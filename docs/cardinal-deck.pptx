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advisor, not a filter.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multistep agent that interviews a car buyer, researches marketplaces on their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behalf, and returns ranked recommendations it can defend — with booking and payment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inside the conversation.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Amulate Summer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marketplace is a filter.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already knowing what you want, and you narrow. That fails the buyer who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yet — most people, most of the time — because “should I rent or buy” is a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question they can't do in their head.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3F5F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017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vs. scoring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picks the weights; code computes the score. Reproducible, auditable — a number, not a paragraph.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3F5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3017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⧖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1772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that compounds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4343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and past reasoning persist. The second conversation is materially better than the first.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6974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3F5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3017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6760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trust boundary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43434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prepare a booking. It is architecturally incapable of confirming one.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one direction of dependency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EEF1F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5087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web/ — Vite + React 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0" y="15087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rail · A2UI canvas · MCP App host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E3E8F8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3172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src/api — FastAPI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0" y="23317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only: SSE, actions, RPC proxy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EEF1F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546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src/agent — Claude Agent SDK orchestrator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31546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machine · subagents · guardrails · session store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E3E8F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97764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src/mcp — three servers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9776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marketplace-mcp · ui-mcp · booking-mcp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EE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8006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src/adapters — MarketplaceAdapter protocol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48006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MockDriveNow · MockAutoBazaar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5623560"/>
            <a:ext cx="859536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6235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src/domain — pure Python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56235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· RequirementProfile · Scorer · TcoEngine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6492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• OpenTelemetry → Langfuse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46920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imports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36118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4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36576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ruff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AND a layer-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test — both,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PROTOCOLS, NOT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generative UI, and interactive surfaces are different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EE3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marketplace-mcp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 calls. search_cars returns summaries capped at 20 items / 200 tokens — full records are an explicit get, never a firehose.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3F5FC"/>
          </a:solidFill>
          <a:ln w="12700">
            <a:solidFill>
              <a:srgbClr val="DEE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8745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4A5578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74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A2UI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514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ui-mcp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9260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Agent-composed, catalog-validated UI. Semantic tools (render_results, render_tco) compile deterministically; one escape hatch (compose_surface) is validated server-side before it ever reaches the client.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EE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8745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5C8DF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874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Apps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5146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booking-mcp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29260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interactive surfaces — a booking form, a checkout — rendered as cross-origin sandboxed iframes (SEP-1865), CSP-enforced, every RPC proxied through the host.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hybrid: a reliable backbone everywhere novelty doesn't matter, real generative UI where it does, and a genuinely sandboxed surface for anything transactional.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chooses weights. Code computes the score.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profile + same seed → the same ordering, every time. Candidates sort on (score, listing_id) — never on insertion order. This is what turns “explains its reasoning” from a hallucination risk into an auditable artifact.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697480" y="33558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 on the 20-persona golden set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1e-9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97480" y="431596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drift between a breakdown's parts and its total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166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97480" y="52760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modelled and actual price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63840" y="155448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mechanisms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38160" y="233172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 remove a row outright before scoring ever runs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35661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budget scores a hard 0 on its own criterion, without necessarily removing the row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48006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pass independently re-checks the top N against every filter and the budget, a second time, before anything renders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state is code-owned, not model-owned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Slot-filling via “the model remembers” degrades under context pressure. A typed RequirementProfile — per-slot value, confidence, and provenance — never does, and it makes the A2UI progress surface trivially derivable.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432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3FB98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state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RequirementProfile survives a process restart; a locked slot is never overwritten by a later low-confidence inference.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514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7432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3FB985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journal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ranking writes a DecisionEntry. explain() answers “why X over Y” from the recorded row — zero model calls, zero re-derivation.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7432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4A5578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Episodic memory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remember/recall across sessions, a Markdown+frontmatter index. Contradiction handling via superseded_by.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2514600"/>
            <a:ext cx="2651760" cy="3017520"/>
          </a:xfrm>
          <a:prstGeom prst="roundRect">
            <a:avLst>
              <a:gd name="adj" fmla="val 2759"/>
            </a:avLst>
          </a:prstGeom>
          <a:solidFill>
            <a:srgbClr val="F7F8FC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2743200"/>
            <a:ext cx="1371600" cy="320040"/>
          </a:xfrm>
          <a:prstGeom prst="roundRect">
            <a:avLst>
              <a:gd name="adj" fmla="val 51429"/>
            </a:avLst>
          </a:prstGeom>
          <a:solidFill>
            <a:srgbClr val="4A5578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8116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retrieval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is enabled and provisioned (the column exists); nothing writes embeddings yet.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confirm_booking is invisible to the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system-prompt instruction the model is asked to respect. The tool is declared visibility: ["app"] — it is never placed in the toolset the model receives. There is no prompt to circumvent and no reasoning path that arrives at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88920"/>
            <a:ext cx="594360" cy="594360"/>
          </a:xfrm>
          <a:prstGeom prst="ellipse">
            <a:avLst/>
          </a:prstGeom>
          <a:solidFill>
            <a:srgbClr val="5C8D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invisibility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confirm_booking is absent from the model-facing MCP server build entirely — asserted against the SDK's own registered handler, not this project's bookkeeping.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5146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788920"/>
            <a:ext cx="594360" cy="594360"/>
          </a:xfrm>
          <a:prstGeom prst="ellipse">
            <a:avLst/>
          </a:prstGeom>
          <a:solidFill>
            <a:srgbClr val="5C8D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 token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30-second, single-use token minted only in response to a click the App has verified isTrusted 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3A46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788920"/>
            <a:ext cx="594360" cy="594360"/>
          </a:xfrm>
          <a:prstGeom prst="ellipse">
            <a:avLst/>
          </a:prstGeom>
          <a:solidFill>
            <a:srgbClr val="5C8D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agent-driven path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calls to confirm_booking or mint_gesture_token from any agent-initiated flow — exercised, not just argued.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defence: a ~30-case adversarial corpus, zero successes — proven structurally (identical score, identical rationale) rather than by asking whether a model “refused.”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A CLAIM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view-initiated RPC is audited, in order, no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about MCP Apps' cross-origin sandbox is asserted from configuration. Every tools/call and resources/read a view makes is proxied through the host and logged — this is what a compliance reviewer would ask for, already sitting in GET /mcp-apps/{id}/audit.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3200400"/>
          </a:xfrm>
          <a:prstGeom prst="roundRect">
            <a:avLst>
              <a:gd name="adj" fmla="val 1714"/>
            </a:avLst>
          </a:prstGeom>
          <a:solidFill>
            <a:srgbClr val="1219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"resourceUri": "ui://booking/form", "method": "tools/call",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"paramsHash": "a1e4f2...", "decision": "allowed",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"resultStatus": "ok"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"resourceUri": "ui://checkout/payment", "method": "resources/read",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"paramsHash": "7c0d9b...", "decision": "allowed", "resultStatus": "ok"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"resourceUri": "ui://checkout/payment", "method": "tools/call",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"paramsHash": "5f61aa...", "decision": "allowed", "resultStatus": "ok"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"resourceUri": "ui://checkout/payment", "method": "tools/call",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"paramsHash": "e93c10...", "decision": "allowed", "resultStatus": "ok" 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7.9: one audit entry per view-initiated RPC, for a full booking flow, with zero gaps.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throughout, an eval harness that actually scores something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profile_completeness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B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≥ 0.95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5FC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precision_at_3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2724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B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≥ 0.80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5FC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783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3880" y="2468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83880" y="27249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B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== 1.0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guardrail_violations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370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B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== 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5FC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3429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480560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escape_hatch_ratio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80560" y="4370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B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≤ 0.15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55280" y="3291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5FC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3429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183880" y="4114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tool_call_rate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83880" y="4370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FB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2–8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personas run headless — 20 golden-set + 10 end-to-end extras (backward transitions, zero-result infeasibility, checkout decline). $0.00/session in DEMO_MODE, a real number: zero live model calls, not an estimate.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[MVP] line ships. The [SCALE] backlog is deliberate, not forgotten.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01368"/>
            <a:ext cx="128016" cy="128016"/>
          </a:xfrm>
          <a:prstGeom prst="ellipse">
            <a:avLst/>
          </a:prstGeom>
          <a:solidFill>
            <a:srgbClr val="5C8DF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rehearsal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69164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ClaudeSDKClient session — the model choosing its own weights, calling render_results/open_checkout inside a real conversation.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807208"/>
            <a:ext cx="128016" cy="128016"/>
          </a:xfrm>
          <a:prstGeom prst="ellipse">
            <a:avLst/>
          </a:prstGeom>
          <a:solidFill>
            <a:srgbClr val="5C8D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Episodic memory + semantic retrieval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remember/recall across sessions; pgvector search over listings and past decisions.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813048"/>
            <a:ext cx="128016" cy="128016"/>
          </a:xfrm>
          <a:prstGeom prst="ellipse">
            <a:avLst/>
          </a:prstGeom>
          <a:solidFill>
            <a:srgbClr val="5C8D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marketplace adapter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37033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feed behind the existing MarketplaceAdapter protocol — a new file, not a rewrite.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28016" cy="128016"/>
          </a:xfrm>
          <a:prstGeom prst="ellipse">
            <a:avLst/>
          </a:prstGeom>
          <a:solidFill>
            <a:srgbClr val="5C8D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09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Trade-in valuation, dealer directory, voice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47091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PLAN-01-V2-ROADMAP.md, phases P12–P17 — scoped, not yet built.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 — an advisor with the receipts.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2026-08-08T10:13:20Z</dcterms:created>
  <dcterms:modified xsi:type="dcterms:W3CDTF">2026-08-08T10:13:20Z</dcterms:modified>
</cp:coreProperties>
</file>